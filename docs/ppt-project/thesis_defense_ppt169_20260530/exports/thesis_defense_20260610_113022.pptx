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hapter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at_van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hapter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ong_ng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kien_tr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chapter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use_case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i_sug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geofence_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chapter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test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ket_l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